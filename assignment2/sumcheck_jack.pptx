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Montgomery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a×b</c:v>
                  </c:pt>
                  <c:pt idx="2">
                    <c:v>a×b+c</c:v>
                  </c:pt>
                  <c:pt idx="3">
                    <c:v>a×b×c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2150</c:v>
                </c:pt>
                <c:pt idx="1">
                  <c:v>3915</c:v>
                </c:pt>
                <c:pt idx="2">
                  <c:v>5031</c:v>
                </c:pt>
                <c:pt idx="3">
                  <c:v>6561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Russian Peasant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a×b</c:v>
                  </c:pt>
                  <c:pt idx="2">
                    <c:v>a×b+c</c:v>
                  </c:pt>
                  <c:pt idx="3">
                    <c:v>a×b×c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2457</c:v>
                </c:pt>
                <c:pt idx="1">
                  <c:v>4604</c:v>
                </c:pt>
                <c:pt idx="2">
                  <c:v>5306</c:v>
                </c:pt>
                <c:pt idx="3">
                  <c:v>7435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C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8888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88888"/>
                    </a:solidFill>
                    <a:latin typeface="Arial"/>
                  </a:rPr>
                  <a:t>Compile Time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Architecture, Different 64-bit Arithmetic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is in mod_mul_64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216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Peasant + fori_loop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00600" y="1216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 Multiplication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3931920" cy="2788920"/>
          </a:xfrm>
          <a:prstGeom prst="rect">
            <a:avLst/>
          </a:prstGeom>
          <a:solidFill>
            <a:srgbClr val="F0F0F0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36576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body(i, state):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r, mult = state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bit = (b &gt;&gt; i) &amp; uint64(1)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   = mod_add_64(r, mult, q)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mult = mod_add_64(mult, mult, q)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(r, mult)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jax.lax.fori_loop(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0, 64, body, (r0, a))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508760"/>
            <a:ext cx="3931920" cy="2788920"/>
          </a:xfrm>
          <a:prstGeom prst="rect">
            <a:avLst/>
          </a:prstGeom>
          <a:solidFill>
            <a:srgbClr val="F0F0F0"/>
          </a:solidFill>
          <a:ln w="9525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627632"/>
            <a:ext cx="365760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_mont_mul_64(a, b, q, q_inv):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 = a * 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 = mulhi(a, b)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mod 2^64 = mask low bits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 = lo * q_inv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div 2^64 = right shift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 = hi + mulhi(m, q) + carry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 - q if t &gt;= q else 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343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iterations  —  loop body in XLA graph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00600" y="4343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flow  —  XLA inlines directly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97433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SumCheck  ·  Jack  ·  ECE-9413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Montgomery: Replace Division with Shifts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mod q (integer division)  →  mod 2⁶⁴ (bit mask) + ÷ 2⁶⁴ (right shift)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26187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26187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× b   →   ÷ q   →   result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600200"/>
            <a:ext cx="7040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division — slow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116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48840" y="2011680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× b   →   &amp; mask   →   &gt;&gt; 64   →   result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48840" y="235000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(mod 2⁶⁴)         free (shift)   —  no division, no loop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743200"/>
            <a:ext cx="8321040" cy="0"/>
          </a:xfrm>
          <a:prstGeom prst="line">
            <a:avLst/>
          </a:prstGeom>
          <a:noFill/>
          <a:ln w="9525">
            <a:solidFill>
              <a:srgbClr val="DCDCDC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834640"/>
          <a:ext cx="8321040" cy="2011680"/>
        </p:xfrm>
        <a:graphic>
          <a:graphicData uri="http://schemas.openxmlformats.org/drawingml/2006/table">
            <a:tbl>
              <a:tblPr/>
              <a:tblGrid>
                <a:gridCol w="2773680"/>
                <a:gridCol w="2773680"/>
                <a:gridCol w="27736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fori_loop  (Russian Peasant)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Montgomery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64-iteration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XLA compile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 body + phi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arithmetic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128-bit extension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— extend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redesign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Precomputation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q_neg_inv once (Newton)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497433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SumCheck  ·  Jack  ·  ECE-9413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Time: Loop-Free Wins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num_vars = 20, bits = 32, A100-SXM4-40GB  —  lower is better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143000"/>
          <a:ext cx="83210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749040"/>
          <a:ext cx="8321040" cy="1097280"/>
        </p:xfrm>
        <a:graphic>
          <a:graphicData uri="http://schemas.openxmlformats.org/drawingml/2006/table">
            <a:tbl>
              <a:tblPr/>
              <a:tblGrid>
                <a:gridCol w="2080260"/>
                <a:gridCol w="2080260"/>
                <a:gridCol w="2080260"/>
                <a:gridCol w="208026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Montgomery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Russian Peasant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a×b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a×b+c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a×b×c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497433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SumCheck  ·  Jack  ·  ECE-9413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Where Montgomery Doesn't Help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latency is within measurement noise — and here's why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8321040" cy="2240280"/>
        </p:xfrm>
        <a:graphic>
          <a:graphicData uri="http://schemas.openxmlformats.org/drawingml/2006/table">
            <a:tbl>
              <a:tblPr/>
              <a:tblGrid>
                <a:gridCol w="2080260"/>
                <a:gridCol w="2080260"/>
                <a:gridCol w="2080260"/>
                <a:gridCol w="208026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Montgomery (ms)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Russian Peasant (ms)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~3% 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a×b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~5% 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a×b+c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~2% 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a×b×c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~3% 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356616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runtime difference?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89534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Required track uses 32-bit arithmetic — mod_mul_32 is identical in both (uint64 upcast)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41970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64-bit path is not the runtime bottleneck on the required track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44988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XLA produces equivalent GPU kernels for both approaches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497433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SumCheck  ·  Jack  ·  ECE-9413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Track: Advanced Polynomials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_sumcheck_core is expression-agnostic — arbitrary degree and term count, no architectural changes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8321040" cy="1874520"/>
        </p:xfrm>
        <a:graphic>
          <a:graphicData uri="http://schemas.openxmlformats.org/drawingml/2006/table">
            <a:tbl>
              <a:tblPr/>
              <a:tblGrid>
                <a:gridCol w="2080260"/>
                <a:gridCol w="2080260"/>
                <a:gridCol w="2080260"/>
                <a:gridCol w="208026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vars=20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a×a×b×b×c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a×b×c + d×e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a×b×c×g + d×e×g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154680"/>
            <a:ext cx="8321040" cy="0"/>
          </a:xfrm>
          <a:prstGeom prst="line">
            <a:avLst/>
          </a:prstGeom>
          <a:noFill/>
          <a:ln w="9525">
            <a:solidFill>
              <a:srgbClr val="DCDC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2461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584448"/>
          <a:ext cx="8321040" cy="1261872"/>
        </p:xfrm>
        <a:graphic>
          <a:graphicData uri="http://schemas.openxmlformats.org/drawingml/2006/table">
            <a:tbl>
              <a:tblPr/>
              <a:tblGrid>
                <a:gridCol w="4160520"/>
                <a:gridCol w="416052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time vs Russian Peasant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 to −15% at vars=20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latency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 – 0.52 ms across expressions  (no significant difference)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128-bit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implemented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polynomials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Supported and tested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0" y="4956048"/>
            <a:ext cx="9144000" cy="0"/>
          </a:xfrm>
          <a:prstGeom prst="line">
            <a:avLst/>
          </a:prstGeom>
          <a:noFill/>
          <a:ln w="6350">
            <a:solidFill>
              <a:srgbClr val="DCDCD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497433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SumCheck  ·  Jack  ·  ECE-9413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2026-05-03T22:19:05Z</dcterms:created>
  <dcterms:modified xsi:type="dcterms:W3CDTF">2026-05-03T22:19:05Z</dcterms:modified>
</cp:coreProperties>
</file>